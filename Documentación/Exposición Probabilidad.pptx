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20B0604020202020204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3f5ef752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3f5ef752c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3f5ef752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3f5ef752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3f5ef752c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3f5ef752c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3f5ef752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3f5ef752c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f5ef752c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3f5ef752c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3f5ef752c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3f5ef752c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3f5ef752c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3f5ef752c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3f5ef752c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3f5ef752c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3f5ef752c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3f5ef752c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3f5ef752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3f5ef752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SantiagoBen1/Probabilidad_y_estadistic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4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5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 descr="Embellece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2" descr="Embellece esta diapositiva, solo debe decir ¡Muchas gracias por su atención!. Nada má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030CA0F-421F-4DE9-A3F5-0F3E0E4CE668}"/>
              </a:ext>
            </a:extLst>
          </p:cNvPr>
          <p:cNvSpPr txBox="1"/>
          <p:nvPr/>
        </p:nvSpPr>
        <p:spPr>
          <a:xfrm>
            <a:off x="2047043" y="3587261"/>
            <a:ext cx="5045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4"/>
              </a:rPr>
              <a:t>https://github.com/SantiagoBen1/Probabilidad_y_estadistica</a:t>
            </a:r>
            <a:endParaRPr lang="es-CO" dirty="0"/>
          </a:p>
          <a:p>
            <a:endParaRPr lang="es-C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Presentación en pantalla (16:9)</PresentationFormat>
  <Paragraphs>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Lato</vt:lpstr>
      <vt:lpstr>Focus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SANTIAGO ANDRES BENAVIDES CORAL</cp:lastModifiedBy>
  <cp:revision>1</cp:revision>
  <dcterms:modified xsi:type="dcterms:W3CDTF">2026-02-27T03:34:37Z</dcterms:modified>
</cp:coreProperties>
</file>